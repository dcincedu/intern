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972581-40C8-416F-9C07-DE72890D4E0A}" v="45" dt="2025-09-02T10:36:27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3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ohiro Mayumi (眞弓 友宏)" userId="fb13db2d-529f-4657-8d55-45902eba7996" providerId="ADAL" clId="{DF972581-40C8-416F-9C07-DE72890D4E0A}"/>
    <pc:docChg chg="custSel addSld delSld modSld">
      <pc:chgData name="Tomohiro Mayumi (眞弓 友宏)" userId="fb13db2d-529f-4657-8d55-45902eba7996" providerId="ADAL" clId="{DF972581-40C8-416F-9C07-DE72890D4E0A}" dt="2025-09-02T10:45:28.205" v="297" actId="47"/>
      <pc:docMkLst>
        <pc:docMk/>
      </pc:docMkLst>
      <pc:sldChg chg="addSp modSp mod">
        <pc:chgData name="Tomohiro Mayumi (眞弓 友宏)" userId="fb13db2d-529f-4657-8d55-45902eba7996" providerId="ADAL" clId="{DF972581-40C8-416F-9C07-DE72890D4E0A}" dt="2025-09-02T10:14:52.434" v="173" actId="14100"/>
        <pc:sldMkLst>
          <pc:docMk/>
          <pc:sldMk cId="545547280" sldId="256"/>
        </pc:sldMkLst>
        <pc:spChg chg="add mod">
          <ac:chgData name="Tomohiro Mayumi (眞弓 友宏)" userId="fb13db2d-529f-4657-8d55-45902eba7996" providerId="ADAL" clId="{DF972581-40C8-416F-9C07-DE72890D4E0A}" dt="2025-09-02T10:14:45.899" v="171" actId="164"/>
          <ac:spMkLst>
            <pc:docMk/>
            <pc:sldMk cId="545547280" sldId="256"/>
            <ac:spMk id="6" creationId="{44EE9A96-9279-1FCF-A3A2-B31E0E13883C}"/>
          </ac:spMkLst>
        </pc:spChg>
        <pc:grpChg chg="add mod">
          <ac:chgData name="Tomohiro Mayumi (眞弓 友宏)" userId="fb13db2d-529f-4657-8d55-45902eba7996" providerId="ADAL" clId="{DF972581-40C8-416F-9C07-DE72890D4E0A}" dt="2025-09-02T10:14:52.434" v="173" actId="14100"/>
          <ac:grpSpMkLst>
            <pc:docMk/>
            <pc:sldMk cId="545547280" sldId="256"/>
            <ac:grpSpMk id="7" creationId="{82991EAE-434C-D93C-9679-64D4283E7E5F}"/>
          </ac:grpSpMkLst>
        </pc:grpChg>
        <pc:picChg chg="mod">
          <ac:chgData name="Tomohiro Mayumi (眞弓 友宏)" userId="fb13db2d-529f-4657-8d55-45902eba7996" providerId="ADAL" clId="{DF972581-40C8-416F-9C07-DE72890D4E0A}" dt="2025-09-02T10:14:45.899" v="171" actId="164"/>
          <ac:picMkLst>
            <pc:docMk/>
            <pc:sldMk cId="545547280" sldId="256"/>
            <ac:picMk id="5" creationId="{8F910163-C5CD-9E44-7DFA-ADE3351BFB15}"/>
          </ac:picMkLst>
        </pc:picChg>
      </pc:sldChg>
      <pc:sldChg chg="addSp delSp modSp mod">
        <pc:chgData name="Tomohiro Mayumi (眞弓 友宏)" userId="fb13db2d-529f-4657-8d55-45902eba7996" providerId="ADAL" clId="{DF972581-40C8-416F-9C07-DE72890D4E0A}" dt="2025-09-02T10:32:19.303" v="266" actId="1076"/>
        <pc:sldMkLst>
          <pc:docMk/>
          <pc:sldMk cId="1280376552" sldId="257"/>
        </pc:sldMkLst>
        <pc:spChg chg="add mod">
          <ac:chgData name="Tomohiro Mayumi (眞弓 友宏)" userId="fb13db2d-529f-4657-8d55-45902eba7996" providerId="ADAL" clId="{DF972581-40C8-416F-9C07-DE72890D4E0A}" dt="2025-09-02T09:48:39.674" v="22" actId="164"/>
          <ac:spMkLst>
            <pc:docMk/>
            <pc:sldMk cId="1280376552" sldId="257"/>
            <ac:spMk id="8" creationId="{0DD2406B-52E7-5978-0660-15178918BB7B}"/>
          </ac:spMkLst>
        </pc:spChg>
        <pc:spChg chg="mod">
          <ac:chgData name="Tomohiro Mayumi (眞弓 友宏)" userId="fb13db2d-529f-4657-8d55-45902eba7996" providerId="ADAL" clId="{DF972581-40C8-416F-9C07-DE72890D4E0A}" dt="2025-09-02T10:31:43.440" v="256"/>
          <ac:spMkLst>
            <pc:docMk/>
            <pc:sldMk cId="1280376552" sldId="257"/>
            <ac:spMk id="14" creationId="{873FE3B1-DB53-6E8F-9229-5CCC37CB99EE}"/>
          </ac:spMkLst>
        </pc:spChg>
        <pc:spChg chg="mod">
          <ac:chgData name="Tomohiro Mayumi (眞弓 友宏)" userId="fb13db2d-529f-4657-8d55-45902eba7996" providerId="ADAL" clId="{DF972581-40C8-416F-9C07-DE72890D4E0A}" dt="2025-09-02T10:31:43.440" v="256"/>
          <ac:spMkLst>
            <pc:docMk/>
            <pc:sldMk cId="1280376552" sldId="257"/>
            <ac:spMk id="17" creationId="{A4B4C0DF-0D93-7F38-8E53-0CDB33D7AF19}"/>
          </ac:spMkLst>
        </pc:spChg>
        <pc:grpChg chg="add mod">
          <ac:chgData name="Tomohiro Mayumi (眞弓 友宏)" userId="fb13db2d-529f-4657-8d55-45902eba7996" providerId="ADAL" clId="{DF972581-40C8-416F-9C07-DE72890D4E0A}" dt="2025-09-02T10:32:13.216" v="264" actId="1076"/>
          <ac:grpSpMkLst>
            <pc:docMk/>
            <pc:sldMk cId="1280376552" sldId="257"/>
            <ac:grpSpMk id="9" creationId="{7E5327C4-1B6A-A40F-92D4-B71545FB15FE}"/>
          </ac:grpSpMkLst>
        </pc:grpChg>
        <pc:grpChg chg="add mod">
          <ac:chgData name="Tomohiro Mayumi (眞弓 友宏)" userId="fb13db2d-529f-4657-8d55-45902eba7996" providerId="ADAL" clId="{DF972581-40C8-416F-9C07-DE72890D4E0A}" dt="2025-09-02T10:32:15.969" v="265" actId="1076"/>
          <ac:grpSpMkLst>
            <pc:docMk/>
            <pc:sldMk cId="1280376552" sldId="257"/>
            <ac:grpSpMk id="12" creationId="{DF13E7E6-C785-2830-EFAD-D417325B49B9}"/>
          </ac:grpSpMkLst>
        </pc:grpChg>
        <pc:grpChg chg="add mod">
          <ac:chgData name="Tomohiro Mayumi (眞弓 友宏)" userId="fb13db2d-529f-4657-8d55-45902eba7996" providerId="ADAL" clId="{DF972581-40C8-416F-9C07-DE72890D4E0A}" dt="2025-09-02T10:32:19.303" v="266" actId="1076"/>
          <ac:grpSpMkLst>
            <pc:docMk/>
            <pc:sldMk cId="1280376552" sldId="257"/>
            <ac:grpSpMk id="15" creationId="{363FB3EA-AB6C-DC01-F71D-AC8D7C9F06FD}"/>
          </ac:grpSpMkLst>
        </pc:grpChg>
        <pc:picChg chg="mod modCrop">
          <ac:chgData name="Tomohiro Mayumi (眞弓 友宏)" userId="fb13db2d-529f-4657-8d55-45902eba7996" providerId="ADAL" clId="{DF972581-40C8-416F-9C07-DE72890D4E0A}" dt="2025-09-02T10:31:17.878" v="248" actId="732"/>
          <ac:picMkLst>
            <pc:docMk/>
            <pc:sldMk cId="1280376552" sldId="257"/>
            <ac:picMk id="3" creationId="{3B043051-0426-29C7-F28E-B9174369AAB1}"/>
          </ac:picMkLst>
        </pc:picChg>
        <pc:picChg chg="del mod">
          <ac:chgData name="Tomohiro Mayumi (眞弓 友宏)" userId="fb13db2d-529f-4657-8d55-45902eba7996" providerId="ADAL" clId="{DF972581-40C8-416F-9C07-DE72890D4E0A}" dt="2025-09-02T09:48:41.241" v="23" actId="21"/>
          <ac:picMkLst>
            <pc:docMk/>
            <pc:sldMk cId="1280376552" sldId="257"/>
            <ac:picMk id="5" creationId="{8D582B17-A6C4-3BD4-94C2-043111267C84}"/>
          </ac:picMkLst>
        </pc:picChg>
        <pc:picChg chg="del">
          <ac:chgData name="Tomohiro Mayumi (眞弓 友宏)" userId="fb13db2d-529f-4657-8d55-45902eba7996" providerId="ADAL" clId="{DF972581-40C8-416F-9C07-DE72890D4E0A}" dt="2025-09-02T09:48:12.570" v="12" actId="21"/>
          <ac:picMkLst>
            <pc:docMk/>
            <pc:sldMk cId="1280376552" sldId="257"/>
            <ac:picMk id="7" creationId="{37EA4110-7D2C-E39E-1811-ACC227AFEB85}"/>
          </ac:picMkLst>
        </pc:picChg>
        <pc:picChg chg="add mod modCrop">
          <ac:chgData name="Tomohiro Mayumi (眞弓 友宏)" userId="fb13db2d-529f-4657-8d55-45902eba7996" providerId="ADAL" clId="{DF972581-40C8-416F-9C07-DE72890D4E0A}" dt="2025-09-02T10:32:09.453" v="263" actId="1076"/>
          <ac:picMkLst>
            <pc:docMk/>
            <pc:sldMk cId="1280376552" sldId="257"/>
            <ac:picMk id="11" creationId="{6AD53198-EDC7-A360-38AB-BD424A6186AF}"/>
          </ac:picMkLst>
        </pc:picChg>
        <pc:picChg chg="mod">
          <ac:chgData name="Tomohiro Mayumi (眞弓 友宏)" userId="fb13db2d-529f-4657-8d55-45902eba7996" providerId="ADAL" clId="{DF972581-40C8-416F-9C07-DE72890D4E0A}" dt="2025-09-02T10:31:43.440" v="256"/>
          <ac:picMkLst>
            <pc:docMk/>
            <pc:sldMk cId="1280376552" sldId="257"/>
            <ac:picMk id="13" creationId="{8D582B17-A6C4-3BD4-94C2-043111267C84}"/>
          </ac:picMkLst>
        </pc:picChg>
        <pc:picChg chg="mod modCrop">
          <ac:chgData name="Tomohiro Mayumi (眞弓 友宏)" userId="fb13db2d-529f-4657-8d55-45902eba7996" providerId="ADAL" clId="{DF972581-40C8-416F-9C07-DE72890D4E0A}" dt="2025-09-02T10:32:00.844" v="258" actId="732"/>
          <ac:picMkLst>
            <pc:docMk/>
            <pc:sldMk cId="1280376552" sldId="257"/>
            <ac:picMk id="16" creationId="{37EA4110-7D2C-E39E-1811-ACC227AFEB85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33:28.300" v="285" actId="1076"/>
        <pc:sldMkLst>
          <pc:docMk/>
          <pc:sldMk cId="480024351" sldId="258"/>
        </pc:sldMkLst>
        <pc:spChg chg="add mod">
          <ac:chgData name="Tomohiro Mayumi (眞弓 友宏)" userId="fb13db2d-529f-4657-8d55-45902eba7996" providerId="ADAL" clId="{DF972581-40C8-416F-9C07-DE72890D4E0A}" dt="2025-09-02T10:15:38.073" v="178" actId="164"/>
          <ac:spMkLst>
            <pc:docMk/>
            <pc:sldMk cId="480024351" sldId="258"/>
            <ac:spMk id="7" creationId="{FA931A67-9065-EFE1-7ADD-35408CB57CBF}"/>
          </ac:spMkLst>
        </pc:spChg>
        <pc:spChg chg="mod">
          <ac:chgData name="Tomohiro Mayumi (眞弓 友宏)" userId="fb13db2d-529f-4657-8d55-45902eba7996" providerId="ADAL" clId="{DF972581-40C8-416F-9C07-DE72890D4E0A}" dt="2025-09-02T10:32:54.492" v="269"/>
          <ac:spMkLst>
            <pc:docMk/>
            <pc:sldMk cId="480024351" sldId="258"/>
            <ac:spMk id="11" creationId="{7FD05173-75E3-9457-9B48-02428F67CAEA}"/>
          </ac:spMkLst>
        </pc:spChg>
        <pc:spChg chg="mod">
          <ac:chgData name="Tomohiro Mayumi (眞弓 友宏)" userId="fb13db2d-529f-4657-8d55-45902eba7996" providerId="ADAL" clId="{DF972581-40C8-416F-9C07-DE72890D4E0A}" dt="2025-09-02T10:32:56.477" v="271"/>
          <ac:spMkLst>
            <pc:docMk/>
            <pc:sldMk cId="480024351" sldId="258"/>
            <ac:spMk id="14" creationId="{2D5ABF07-E264-15BD-FB4D-801F0CBA4468}"/>
          </ac:spMkLst>
        </pc:spChg>
        <pc:grpChg chg="add mod">
          <ac:chgData name="Tomohiro Mayumi (眞弓 友宏)" userId="fb13db2d-529f-4657-8d55-45902eba7996" providerId="ADAL" clId="{DF972581-40C8-416F-9C07-DE72890D4E0A}" dt="2025-09-02T10:33:28.300" v="285" actId="1076"/>
          <ac:grpSpMkLst>
            <pc:docMk/>
            <pc:sldMk cId="480024351" sldId="258"/>
            <ac:grpSpMk id="8" creationId="{B57058D7-8E36-F116-25B6-C4BE1B318362}"/>
          </ac:grpSpMkLst>
        </pc:grpChg>
        <pc:grpChg chg="add mod">
          <ac:chgData name="Tomohiro Mayumi (眞弓 友宏)" userId="fb13db2d-529f-4657-8d55-45902eba7996" providerId="ADAL" clId="{DF972581-40C8-416F-9C07-DE72890D4E0A}" dt="2025-09-02T10:33:18.249" v="282" actId="1076"/>
          <ac:grpSpMkLst>
            <pc:docMk/>
            <pc:sldMk cId="480024351" sldId="258"/>
            <ac:grpSpMk id="9" creationId="{15794B8E-842D-6AAA-F817-2D2F48AE357E}"/>
          </ac:grpSpMkLst>
        </pc:grpChg>
        <pc:grpChg chg="add mod">
          <ac:chgData name="Tomohiro Mayumi (眞弓 友宏)" userId="fb13db2d-529f-4657-8d55-45902eba7996" providerId="ADAL" clId="{DF972581-40C8-416F-9C07-DE72890D4E0A}" dt="2025-09-02T10:33:25.146" v="284" actId="14100"/>
          <ac:grpSpMkLst>
            <pc:docMk/>
            <pc:sldMk cId="480024351" sldId="258"/>
            <ac:grpSpMk id="12" creationId="{A4093D9A-5F4A-CA8D-87FE-1260EAFE7208}"/>
          </ac:grpSpMkLst>
        </pc:grpChg>
        <pc:picChg chg="mod">
          <ac:chgData name="Tomohiro Mayumi (眞弓 友宏)" userId="fb13db2d-529f-4657-8d55-45902eba7996" providerId="ADAL" clId="{DF972581-40C8-416F-9C07-DE72890D4E0A}" dt="2025-09-02T10:15:38.073" v="178" actId="164"/>
          <ac:picMkLst>
            <pc:docMk/>
            <pc:sldMk cId="480024351" sldId="258"/>
            <ac:picMk id="3" creationId="{9480D5F9-8203-DB59-BDAD-4EA9288AC135}"/>
          </ac:picMkLst>
        </pc:picChg>
        <pc:picChg chg="mod">
          <ac:chgData name="Tomohiro Mayumi (眞弓 友宏)" userId="fb13db2d-529f-4657-8d55-45902eba7996" providerId="ADAL" clId="{DF972581-40C8-416F-9C07-DE72890D4E0A}" dt="2025-09-02T10:32:54.492" v="269"/>
          <ac:picMkLst>
            <pc:docMk/>
            <pc:sldMk cId="480024351" sldId="258"/>
            <ac:picMk id="10" creationId="{212B8774-6712-FACA-B67F-02817010A4CB}"/>
          </ac:picMkLst>
        </pc:picChg>
        <pc:picChg chg="mod">
          <ac:chgData name="Tomohiro Mayumi (眞弓 友宏)" userId="fb13db2d-529f-4657-8d55-45902eba7996" providerId="ADAL" clId="{DF972581-40C8-416F-9C07-DE72890D4E0A}" dt="2025-09-02T10:32:56.477" v="271"/>
          <ac:picMkLst>
            <pc:docMk/>
            <pc:sldMk cId="480024351" sldId="258"/>
            <ac:picMk id="13" creationId="{CFE2710B-1B46-031F-D2D5-FBA6EEDFB871}"/>
          </ac:picMkLst>
        </pc:picChg>
      </pc:sldChg>
      <pc:sldChg chg="addSp delSp modSp del mod">
        <pc:chgData name="Tomohiro Mayumi (眞弓 友宏)" userId="fb13db2d-529f-4657-8d55-45902eba7996" providerId="ADAL" clId="{DF972581-40C8-416F-9C07-DE72890D4E0A}" dt="2025-09-02T10:45:26.950" v="296" actId="47"/>
        <pc:sldMkLst>
          <pc:docMk/>
          <pc:sldMk cId="3049598235" sldId="259"/>
        </pc:sldMkLst>
        <pc:spChg chg="add mod">
          <ac:chgData name="Tomohiro Mayumi (眞弓 友宏)" userId="fb13db2d-529f-4657-8d55-45902eba7996" providerId="ADAL" clId="{DF972581-40C8-416F-9C07-DE72890D4E0A}" dt="2025-09-02T10:15:46.556" v="181" actId="164"/>
          <ac:spMkLst>
            <pc:docMk/>
            <pc:sldMk cId="3049598235" sldId="259"/>
            <ac:spMk id="2" creationId="{7FD05173-75E3-9457-9B48-02428F67CAEA}"/>
          </ac:spMkLst>
        </pc:spChg>
        <pc:grpChg chg="add del mod">
          <ac:chgData name="Tomohiro Mayumi (眞弓 友宏)" userId="fb13db2d-529f-4657-8d55-45902eba7996" providerId="ADAL" clId="{DF972581-40C8-416F-9C07-DE72890D4E0A}" dt="2025-09-02T10:32:53.932" v="268" actId="21"/>
          <ac:grpSpMkLst>
            <pc:docMk/>
            <pc:sldMk cId="3049598235" sldId="259"/>
            <ac:grpSpMk id="4" creationId="{15794B8E-842D-6AAA-F817-2D2F48AE357E}"/>
          </ac:grpSpMkLst>
        </pc:grpChg>
        <pc:picChg chg="mod">
          <ac:chgData name="Tomohiro Mayumi (眞弓 友宏)" userId="fb13db2d-529f-4657-8d55-45902eba7996" providerId="ADAL" clId="{DF972581-40C8-416F-9C07-DE72890D4E0A}" dt="2025-09-02T10:15:46.556" v="181" actId="164"/>
          <ac:picMkLst>
            <pc:docMk/>
            <pc:sldMk cId="3049598235" sldId="259"/>
            <ac:picMk id="5" creationId="{212B8774-6712-FACA-B67F-02817010A4CB}"/>
          </ac:picMkLst>
        </pc:picChg>
      </pc:sldChg>
      <pc:sldChg chg="addSp delSp modSp del mod">
        <pc:chgData name="Tomohiro Mayumi (眞弓 友宏)" userId="fb13db2d-529f-4657-8d55-45902eba7996" providerId="ADAL" clId="{DF972581-40C8-416F-9C07-DE72890D4E0A}" dt="2025-09-02T10:45:26.950" v="296" actId="47"/>
        <pc:sldMkLst>
          <pc:docMk/>
          <pc:sldMk cId="2298237369" sldId="260"/>
        </pc:sldMkLst>
        <pc:spChg chg="add mod">
          <ac:chgData name="Tomohiro Mayumi (眞弓 友宏)" userId="fb13db2d-529f-4657-8d55-45902eba7996" providerId="ADAL" clId="{DF972581-40C8-416F-9C07-DE72890D4E0A}" dt="2025-09-02T10:15:53.363" v="184" actId="164"/>
          <ac:spMkLst>
            <pc:docMk/>
            <pc:sldMk cId="2298237369" sldId="260"/>
            <ac:spMk id="4" creationId="{2D5ABF07-E264-15BD-FB4D-801F0CBA4468}"/>
          </ac:spMkLst>
        </pc:spChg>
        <pc:grpChg chg="add del mod">
          <ac:chgData name="Tomohiro Mayumi (眞弓 友宏)" userId="fb13db2d-529f-4657-8d55-45902eba7996" providerId="ADAL" clId="{DF972581-40C8-416F-9C07-DE72890D4E0A}" dt="2025-09-02T10:32:55.811" v="270" actId="21"/>
          <ac:grpSpMkLst>
            <pc:docMk/>
            <pc:sldMk cId="2298237369" sldId="260"/>
            <ac:grpSpMk id="5" creationId="{A4093D9A-5F4A-CA8D-87FE-1260EAFE7208}"/>
          </ac:grpSpMkLst>
        </pc:grpChg>
        <pc:picChg chg="mod">
          <ac:chgData name="Tomohiro Mayumi (眞弓 友宏)" userId="fb13db2d-529f-4657-8d55-45902eba7996" providerId="ADAL" clId="{DF972581-40C8-416F-9C07-DE72890D4E0A}" dt="2025-09-02T10:15:53.363" v="184" actId="164"/>
          <ac:picMkLst>
            <pc:docMk/>
            <pc:sldMk cId="2298237369" sldId="260"/>
            <ac:picMk id="3" creationId="{CFE2710B-1B46-031F-D2D5-FBA6EEDFB871}"/>
          </ac:picMkLst>
        </pc:picChg>
      </pc:sldChg>
      <pc:sldChg chg="modSp mod">
        <pc:chgData name="Tomohiro Mayumi (眞弓 友宏)" userId="fb13db2d-529f-4657-8d55-45902eba7996" providerId="ADAL" clId="{DF972581-40C8-416F-9C07-DE72890D4E0A}" dt="2025-09-02T10:16:02.649" v="187" actId="14100"/>
        <pc:sldMkLst>
          <pc:docMk/>
          <pc:sldMk cId="2246199167" sldId="261"/>
        </pc:sldMkLst>
        <pc:picChg chg="mod">
          <ac:chgData name="Tomohiro Mayumi (眞弓 友宏)" userId="fb13db2d-529f-4657-8d55-45902eba7996" providerId="ADAL" clId="{DF972581-40C8-416F-9C07-DE72890D4E0A}" dt="2025-09-02T10:16:02.649" v="187" actId="14100"/>
          <ac:picMkLst>
            <pc:docMk/>
            <pc:sldMk cId="2246199167" sldId="261"/>
            <ac:picMk id="3" creationId="{281DF18E-72A6-B044-93CA-6F502193A6B5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17:01.124" v="192" actId="1076"/>
        <pc:sldMkLst>
          <pc:docMk/>
          <pc:sldMk cId="4052546474" sldId="262"/>
        </pc:sldMkLst>
        <pc:spChg chg="add mod">
          <ac:chgData name="Tomohiro Mayumi (眞弓 友宏)" userId="fb13db2d-529f-4657-8d55-45902eba7996" providerId="ADAL" clId="{DF972581-40C8-416F-9C07-DE72890D4E0A}" dt="2025-09-02T10:16:14.619" v="188" actId="164"/>
          <ac:spMkLst>
            <pc:docMk/>
            <pc:sldMk cId="4052546474" sldId="262"/>
            <ac:spMk id="4" creationId="{4AE3E336-D10C-9F41-AB2D-4D87C2DF836F}"/>
          </ac:spMkLst>
        </pc:spChg>
        <pc:spChg chg="add mod">
          <ac:chgData name="Tomohiro Mayumi (眞弓 友宏)" userId="fb13db2d-529f-4657-8d55-45902eba7996" providerId="ADAL" clId="{DF972581-40C8-416F-9C07-DE72890D4E0A}" dt="2025-09-02T10:16:14.619" v="188" actId="164"/>
          <ac:spMkLst>
            <pc:docMk/>
            <pc:sldMk cId="4052546474" sldId="262"/>
            <ac:spMk id="5" creationId="{645B7622-B160-3D75-D38B-7433C1EE64F7}"/>
          </ac:spMkLst>
        </pc:spChg>
        <pc:grpChg chg="add mod">
          <ac:chgData name="Tomohiro Mayumi (眞弓 友宏)" userId="fb13db2d-529f-4657-8d55-45902eba7996" providerId="ADAL" clId="{DF972581-40C8-416F-9C07-DE72890D4E0A}" dt="2025-09-02T10:17:01.124" v="192" actId="1076"/>
          <ac:grpSpMkLst>
            <pc:docMk/>
            <pc:sldMk cId="4052546474" sldId="262"/>
            <ac:grpSpMk id="6" creationId="{CA2E8D57-059F-A9EE-6277-3789B12F99B7}"/>
          </ac:grpSpMkLst>
        </pc:grpChg>
        <pc:picChg chg="mod">
          <ac:chgData name="Tomohiro Mayumi (眞弓 友宏)" userId="fb13db2d-529f-4657-8d55-45902eba7996" providerId="ADAL" clId="{DF972581-40C8-416F-9C07-DE72890D4E0A}" dt="2025-09-02T10:16:14.619" v="188" actId="164"/>
          <ac:picMkLst>
            <pc:docMk/>
            <pc:sldMk cId="4052546474" sldId="262"/>
            <ac:picMk id="3" creationId="{B814E5A8-6FBC-DECD-FC80-EF6CC3063D50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17:26.508" v="205" actId="3064"/>
        <pc:sldMkLst>
          <pc:docMk/>
          <pc:sldMk cId="3965769011" sldId="263"/>
        </pc:sldMkLst>
        <pc:spChg chg="add mod">
          <ac:chgData name="Tomohiro Mayumi (眞弓 友宏)" userId="fb13db2d-529f-4657-8d55-45902eba7996" providerId="ADAL" clId="{DF972581-40C8-416F-9C07-DE72890D4E0A}" dt="2025-09-02T10:17:07.641" v="193" actId="164"/>
          <ac:spMkLst>
            <pc:docMk/>
            <pc:sldMk cId="3965769011" sldId="263"/>
            <ac:spMk id="4" creationId="{69CA0AFD-46F6-4708-9C50-84460A51B289}"/>
          </ac:spMkLst>
        </pc:spChg>
        <pc:spChg chg="add mod">
          <ac:chgData name="Tomohiro Mayumi (眞弓 友宏)" userId="fb13db2d-529f-4657-8d55-45902eba7996" providerId="ADAL" clId="{DF972581-40C8-416F-9C07-DE72890D4E0A}" dt="2025-09-02T10:17:26.508" v="205" actId="3064"/>
          <ac:spMkLst>
            <pc:docMk/>
            <pc:sldMk cId="3965769011" sldId="263"/>
            <ac:spMk id="5" creationId="{A0826EFB-691D-B44C-C08B-BA1DC23543F2}"/>
          </ac:spMkLst>
        </pc:spChg>
        <pc:grpChg chg="add mod">
          <ac:chgData name="Tomohiro Mayumi (眞弓 友宏)" userId="fb13db2d-529f-4657-8d55-45902eba7996" providerId="ADAL" clId="{DF972581-40C8-416F-9C07-DE72890D4E0A}" dt="2025-09-02T10:17:13.093" v="195" actId="14100"/>
          <ac:grpSpMkLst>
            <pc:docMk/>
            <pc:sldMk cId="3965769011" sldId="263"/>
            <ac:grpSpMk id="6" creationId="{8AEC39BC-8070-6667-C40B-9A2F64E45503}"/>
          </ac:grpSpMkLst>
        </pc:grpChg>
        <pc:picChg chg="mod">
          <ac:chgData name="Tomohiro Mayumi (眞弓 友宏)" userId="fb13db2d-529f-4657-8d55-45902eba7996" providerId="ADAL" clId="{DF972581-40C8-416F-9C07-DE72890D4E0A}" dt="2025-09-02T10:17:07.641" v="193" actId="164"/>
          <ac:picMkLst>
            <pc:docMk/>
            <pc:sldMk cId="3965769011" sldId="263"/>
            <ac:picMk id="3" creationId="{07BB7B1A-E958-CB6A-154C-85C040CAD69E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18:28.353" v="218" actId="164"/>
        <pc:sldMkLst>
          <pc:docMk/>
          <pc:sldMk cId="2949710081" sldId="264"/>
        </pc:sldMkLst>
        <pc:spChg chg="add mod">
          <ac:chgData name="Tomohiro Mayumi (眞弓 友宏)" userId="fb13db2d-529f-4657-8d55-45902eba7996" providerId="ADAL" clId="{DF972581-40C8-416F-9C07-DE72890D4E0A}" dt="2025-09-02T10:17:40.448" v="206" actId="164"/>
          <ac:spMkLst>
            <pc:docMk/>
            <pc:sldMk cId="2949710081" sldId="264"/>
            <ac:spMk id="4" creationId="{E9F223AD-FF8B-7B20-9F48-14B99B5581CC}"/>
          </ac:spMkLst>
        </pc:spChg>
        <pc:spChg chg="add mod">
          <ac:chgData name="Tomohiro Mayumi (眞弓 友宏)" userId="fb13db2d-529f-4657-8d55-45902eba7996" providerId="ADAL" clId="{DF972581-40C8-416F-9C07-DE72890D4E0A}" dt="2025-09-02T10:18:28.353" v="218" actId="164"/>
          <ac:spMkLst>
            <pc:docMk/>
            <pc:sldMk cId="2949710081" sldId="264"/>
            <ac:spMk id="6" creationId="{9566074A-7439-794B-B379-1C987F9FFBBC}"/>
          </ac:spMkLst>
        </pc:spChg>
        <pc:grpChg chg="add mod">
          <ac:chgData name="Tomohiro Mayumi (眞弓 友宏)" userId="fb13db2d-529f-4657-8d55-45902eba7996" providerId="ADAL" clId="{DF972581-40C8-416F-9C07-DE72890D4E0A}" dt="2025-09-02T10:18:28.353" v="218" actId="164"/>
          <ac:grpSpMkLst>
            <pc:docMk/>
            <pc:sldMk cId="2949710081" sldId="264"/>
            <ac:grpSpMk id="5" creationId="{6882D006-BEDD-0422-89F2-B30E99D0D302}"/>
          </ac:grpSpMkLst>
        </pc:grpChg>
        <pc:grpChg chg="add mod">
          <ac:chgData name="Tomohiro Mayumi (眞弓 友宏)" userId="fb13db2d-529f-4657-8d55-45902eba7996" providerId="ADAL" clId="{DF972581-40C8-416F-9C07-DE72890D4E0A}" dt="2025-09-02T10:18:28.353" v="218" actId="164"/>
          <ac:grpSpMkLst>
            <pc:docMk/>
            <pc:sldMk cId="2949710081" sldId="264"/>
            <ac:grpSpMk id="7" creationId="{A09796B9-E2D1-D42A-A7F9-E9B3E4D1E21F}"/>
          </ac:grpSpMkLst>
        </pc:grpChg>
        <pc:picChg chg="mod">
          <ac:chgData name="Tomohiro Mayumi (眞弓 友宏)" userId="fb13db2d-529f-4657-8d55-45902eba7996" providerId="ADAL" clId="{DF972581-40C8-416F-9C07-DE72890D4E0A}" dt="2025-09-02T10:17:40.448" v="206" actId="164"/>
          <ac:picMkLst>
            <pc:docMk/>
            <pc:sldMk cId="2949710081" sldId="264"/>
            <ac:picMk id="3" creationId="{A12AA3A2-381F-0282-9054-81D1D7EEFF66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18:56.842" v="225" actId="1076"/>
        <pc:sldMkLst>
          <pc:docMk/>
          <pc:sldMk cId="4066608590" sldId="265"/>
        </pc:sldMkLst>
        <pc:spChg chg="add mod">
          <ac:chgData name="Tomohiro Mayumi (眞弓 友宏)" userId="fb13db2d-529f-4657-8d55-45902eba7996" providerId="ADAL" clId="{DF972581-40C8-416F-9C07-DE72890D4E0A}" dt="2025-09-02T10:18:53.476" v="223" actId="164"/>
          <ac:spMkLst>
            <pc:docMk/>
            <pc:sldMk cId="4066608590" sldId="265"/>
            <ac:spMk id="4" creationId="{9427FB07-E397-D102-EDC4-2ED577A1F95F}"/>
          </ac:spMkLst>
        </pc:spChg>
        <pc:spChg chg="add mod">
          <ac:chgData name="Tomohiro Mayumi (眞弓 友宏)" userId="fb13db2d-529f-4657-8d55-45902eba7996" providerId="ADAL" clId="{DF972581-40C8-416F-9C07-DE72890D4E0A}" dt="2025-09-02T10:18:53.476" v="223" actId="164"/>
          <ac:spMkLst>
            <pc:docMk/>
            <pc:sldMk cId="4066608590" sldId="265"/>
            <ac:spMk id="5" creationId="{EF40257F-10D2-CDF0-9014-2ABF903B086D}"/>
          </ac:spMkLst>
        </pc:spChg>
        <pc:spChg chg="add mod">
          <ac:chgData name="Tomohiro Mayumi (眞弓 友宏)" userId="fb13db2d-529f-4657-8d55-45902eba7996" providerId="ADAL" clId="{DF972581-40C8-416F-9C07-DE72890D4E0A}" dt="2025-09-02T10:18:53.476" v="223" actId="164"/>
          <ac:spMkLst>
            <pc:docMk/>
            <pc:sldMk cId="4066608590" sldId="265"/>
            <ac:spMk id="6" creationId="{542B74B3-FF23-4DE6-0A49-E285F6EBBFAB}"/>
          </ac:spMkLst>
        </pc:spChg>
        <pc:grpChg chg="add mod">
          <ac:chgData name="Tomohiro Mayumi (眞弓 友宏)" userId="fb13db2d-529f-4657-8d55-45902eba7996" providerId="ADAL" clId="{DF972581-40C8-416F-9C07-DE72890D4E0A}" dt="2025-09-02T10:18:56.842" v="225" actId="1076"/>
          <ac:grpSpMkLst>
            <pc:docMk/>
            <pc:sldMk cId="4066608590" sldId="265"/>
            <ac:grpSpMk id="7" creationId="{E033A6EA-05F3-4A5A-4027-EABB1D5F320F}"/>
          </ac:grpSpMkLst>
        </pc:grpChg>
        <pc:picChg chg="mod">
          <ac:chgData name="Tomohiro Mayumi (眞弓 友宏)" userId="fb13db2d-529f-4657-8d55-45902eba7996" providerId="ADAL" clId="{DF972581-40C8-416F-9C07-DE72890D4E0A}" dt="2025-09-02T10:18:53.476" v="223" actId="164"/>
          <ac:picMkLst>
            <pc:docMk/>
            <pc:sldMk cId="4066608590" sldId="265"/>
            <ac:picMk id="3" creationId="{7695A908-6CC0-5001-4EFD-448060BAFC4F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35:40.980" v="289" actId="164"/>
        <pc:sldMkLst>
          <pc:docMk/>
          <pc:sldMk cId="4150939756" sldId="266"/>
        </pc:sldMkLst>
        <pc:spChg chg="add mod">
          <ac:chgData name="Tomohiro Mayumi (眞弓 友宏)" userId="fb13db2d-529f-4657-8d55-45902eba7996" providerId="ADAL" clId="{DF972581-40C8-416F-9C07-DE72890D4E0A}" dt="2025-09-02T10:19:25.325" v="226" actId="164"/>
          <ac:spMkLst>
            <pc:docMk/>
            <pc:sldMk cId="4150939756" sldId="266"/>
            <ac:spMk id="4" creationId="{1B10F90C-425E-6FDD-6D7A-C99B3193483B}"/>
          </ac:spMkLst>
        </pc:spChg>
        <pc:spChg chg="add mod">
          <ac:chgData name="Tomohiro Mayumi (眞弓 友宏)" userId="fb13db2d-529f-4657-8d55-45902eba7996" providerId="ADAL" clId="{DF972581-40C8-416F-9C07-DE72890D4E0A}" dt="2025-09-02T10:35:40.980" v="289" actId="164"/>
          <ac:spMkLst>
            <pc:docMk/>
            <pc:sldMk cId="4150939756" sldId="266"/>
            <ac:spMk id="6" creationId="{6FCC4773-E400-6FBA-3551-D45EBD69DDBB}"/>
          </ac:spMkLst>
        </pc:spChg>
        <pc:grpChg chg="add mod">
          <ac:chgData name="Tomohiro Mayumi (眞弓 友宏)" userId="fb13db2d-529f-4657-8d55-45902eba7996" providerId="ADAL" clId="{DF972581-40C8-416F-9C07-DE72890D4E0A}" dt="2025-09-02T10:35:40.980" v="289" actId="164"/>
          <ac:grpSpMkLst>
            <pc:docMk/>
            <pc:sldMk cId="4150939756" sldId="266"/>
            <ac:grpSpMk id="5" creationId="{1C9A30F5-9938-72F9-EFA9-724AEC72D80B}"/>
          </ac:grpSpMkLst>
        </pc:grpChg>
        <pc:grpChg chg="add mod">
          <ac:chgData name="Tomohiro Mayumi (眞弓 友宏)" userId="fb13db2d-529f-4657-8d55-45902eba7996" providerId="ADAL" clId="{DF972581-40C8-416F-9C07-DE72890D4E0A}" dt="2025-09-02T10:35:40.980" v="289" actId="164"/>
          <ac:grpSpMkLst>
            <pc:docMk/>
            <pc:sldMk cId="4150939756" sldId="266"/>
            <ac:grpSpMk id="7" creationId="{F01F73FC-22A8-9CBC-0763-7D712D9EB51F}"/>
          </ac:grpSpMkLst>
        </pc:grpChg>
        <pc:picChg chg="mod">
          <ac:chgData name="Tomohiro Mayumi (眞弓 友宏)" userId="fb13db2d-529f-4657-8d55-45902eba7996" providerId="ADAL" clId="{DF972581-40C8-416F-9C07-DE72890D4E0A}" dt="2025-09-02T10:19:25.325" v="226" actId="164"/>
          <ac:picMkLst>
            <pc:docMk/>
            <pc:sldMk cId="4150939756" sldId="266"/>
            <ac:picMk id="3" creationId="{0C5D7713-709A-D0A8-9B24-8831E62293D2}"/>
          </ac:picMkLst>
        </pc:picChg>
      </pc:sldChg>
      <pc:sldChg chg="addSp modSp mod">
        <pc:chgData name="Tomohiro Mayumi (眞弓 友宏)" userId="fb13db2d-529f-4657-8d55-45902eba7996" providerId="ADAL" clId="{DF972581-40C8-416F-9C07-DE72890D4E0A}" dt="2025-09-02T10:36:27.058" v="295" actId="164"/>
        <pc:sldMkLst>
          <pc:docMk/>
          <pc:sldMk cId="864969988" sldId="267"/>
        </pc:sldMkLst>
        <pc:spChg chg="add mod">
          <ac:chgData name="Tomohiro Mayumi (眞弓 友宏)" userId="fb13db2d-529f-4657-8d55-45902eba7996" providerId="ADAL" clId="{DF972581-40C8-416F-9C07-DE72890D4E0A}" dt="2025-09-02T09:51:03.519" v="72" actId="164"/>
          <ac:spMkLst>
            <pc:docMk/>
            <pc:sldMk cId="864969988" sldId="267"/>
            <ac:spMk id="4" creationId="{C706066F-215B-7D62-CE4F-E4DF4719158A}"/>
          </ac:spMkLst>
        </pc:spChg>
        <pc:spChg chg="add mod">
          <ac:chgData name="Tomohiro Mayumi (眞弓 友宏)" userId="fb13db2d-529f-4657-8d55-45902eba7996" providerId="ADAL" clId="{DF972581-40C8-416F-9C07-DE72890D4E0A}" dt="2025-09-02T10:27:50.549" v="239" actId="14100"/>
          <ac:spMkLst>
            <pc:docMk/>
            <pc:sldMk cId="864969988" sldId="267"/>
            <ac:spMk id="7" creationId="{86A3C70B-28EF-4E67-545D-2784E1048523}"/>
          </ac:spMkLst>
        </pc:spChg>
        <pc:spChg chg="add mod">
          <ac:chgData name="Tomohiro Mayumi (眞弓 友宏)" userId="fb13db2d-529f-4657-8d55-45902eba7996" providerId="ADAL" clId="{DF972581-40C8-416F-9C07-DE72890D4E0A}" dt="2025-09-02T10:36:27.058" v="295" actId="164"/>
          <ac:spMkLst>
            <pc:docMk/>
            <pc:sldMk cId="864969988" sldId="267"/>
            <ac:spMk id="13" creationId="{E465E91F-44C3-ECCD-88B7-BF0463E64C1A}"/>
          </ac:spMkLst>
        </pc:spChg>
        <pc:grpChg chg="add mod">
          <ac:chgData name="Tomohiro Mayumi (眞弓 友宏)" userId="fb13db2d-529f-4657-8d55-45902eba7996" providerId="ADAL" clId="{DF972581-40C8-416F-9C07-DE72890D4E0A}" dt="2025-09-02T10:27:28.174" v="234" actId="164"/>
          <ac:grpSpMkLst>
            <pc:docMk/>
            <pc:sldMk cId="864969988" sldId="267"/>
            <ac:grpSpMk id="5" creationId="{133E02D8-A30E-C572-DDD4-363A09B36C00}"/>
          </ac:grpSpMkLst>
        </pc:grpChg>
        <pc:grpChg chg="add mod">
          <ac:chgData name="Tomohiro Mayumi (眞弓 友宏)" userId="fb13db2d-529f-4657-8d55-45902eba7996" providerId="ADAL" clId="{DF972581-40C8-416F-9C07-DE72890D4E0A}" dt="2025-09-02T10:36:27.058" v="295" actId="164"/>
          <ac:grpSpMkLst>
            <pc:docMk/>
            <pc:sldMk cId="864969988" sldId="267"/>
            <ac:grpSpMk id="12" creationId="{D0802498-EC18-4EAE-2BF4-044E1D4F55AC}"/>
          </ac:grpSpMkLst>
        </pc:grpChg>
        <pc:grpChg chg="add mod">
          <ac:chgData name="Tomohiro Mayumi (眞弓 友宏)" userId="fb13db2d-529f-4657-8d55-45902eba7996" providerId="ADAL" clId="{DF972581-40C8-416F-9C07-DE72890D4E0A}" dt="2025-09-02T10:36:27.058" v="295" actId="164"/>
          <ac:grpSpMkLst>
            <pc:docMk/>
            <pc:sldMk cId="864969988" sldId="267"/>
            <ac:grpSpMk id="14" creationId="{8737BB4D-C904-EBC7-415D-B203F4E807F2}"/>
          </ac:grpSpMkLst>
        </pc:grpChg>
        <pc:picChg chg="mod">
          <ac:chgData name="Tomohiro Mayumi (眞弓 友宏)" userId="fb13db2d-529f-4657-8d55-45902eba7996" providerId="ADAL" clId="{DF972581-40C8-416F-9C07-DE72890D4E0A}" dt="2025-09-02T09:51:03.519" v="72" actId="164"/>
          <ac:picMkLst>
            <pc:docMk/>
            <pc:sldMk cId="864969988" sldId="267"/>
            <ac:picMk id="3" creationId="{227BB1D9-A39E-58B5-0EEE-D3B0AD674641}"/>
          </ac:picMkLst>
        </pc:picChg>
        <pc:picChg chg="add mod modCrop">
          <ac:chgData name="Tomohiro Mayumi (眞弓 友宏)" userId="fb13db2d-529f-4657-8d55-45902eba7996" providerId="ADAL" clId="{DF972581-40C8-416F-9C07-DE72890D4E0A}" dt="2025-09-02T10:27:28.174" v="234" actId="164"/>
          <ac:picMkLst>
            <pc:docMk/>
            <pc:sldMk cId="864969988" sldId="267"/>
            <ac:picMk id="6" creationId="{DC0B5B96-A349-B667-4BDF-0A95E1FA4B95}"/>
          </ac:picMkLst>
        </pc:picChg>
        <pc:cxnChg chg="add mod">
          <ac:chgData name="Tomohiro Mayumi (眞弓 友宏)" userId="fb13db2d-529f-4657-8d55-45902eba7996" providerId="ADAL" clId="{DF972581-40C8-416F-9C07-DE72890D4E0A}" dt="2025-09-02T10:27:28.174" v="234" actId="164"/>
          <ac:cxnSpMkLst>
            <pc:docMk/>
            <pc:sldMk cId="864969988" sldId="267"/>
            <ac:cxnSpMk id="9" creationId="{2AC558AA-35C2-91A7-7023-38D211C5594B}"/>
          </ac:cxnSpMkLst>
        </pc:cxnChg>
        <pc:cxnChg chg="add mod">
          <ac:chgData name="Tomohiro Mayumi (眞弓 友宏)" userId="fb13db2d-529f-4657-8d55-45902eba7996" providerId="ADAL" clId="{DF972581-40C8-416F-9C07-DE72890D4E0A}" dt="2025-09-02T10:27:28.174" v="234" actId="164"/>
          <ac:cxnSpMkLst>
            <pc:docMk/>
            <pc:sldMk cId="864969988" sldId="267"/>
            <ac:cxnSpMk id="10" creationId="{357F0522-7933-DFE2-8C6E-CFCAA46FA4F5}"/>
          </ac:cxnSpMkLst>
        </pc:cxnChg>
      </pc:sldChg>
      <pc:sldChg chg="addSp delSp modSp new del mod">
        <pc:chgData name="Tomohiro Mayumi (眞弓 友宏)" userId="fb13db2d-529f-4657-8d55-45902eba7996" providerId="ADAL" clId="{DF972581-40C8-416F-9C07-DE72890D4E0A}" dt="2025-09-02T10:45:28.205" v="297" actId="47"/>
        <pc:sldMkLst>
          <pc:docMk/>
          <pc:sldMk cId="354852717" sldId="268"/>
        </pc:sldMkLst>
        <pc:spChg chg="add mod">
          <ac:chgData name="Tomohiro Mayumi (眞弓 友宏)" userId="fb13db2d-529f-4657-8d55-45902eba7996" providerId="ADAL" clId="{DF972581-40C8-416F-9C07-DE72890D4E0A}" dt="2025-09-02T10:15:12.794" v="174" actId="164"/>
          <ac:spMkLst>
            <pc:docMk/>
            <pc:sldMk cId="354852717" sldId="268"/>
            <ac:spMk id="3" creationId="{873FE3B1-DB53-6E8F-9229-5CCC37CB99EE}"/>
          </ac:spMkLst>
        </pc:spChg>
        <pc:spChg chg="add mod">
          <ac:chgData name="Tomohiro Mayumi (眞弓 友宏)" userId="fb13db2d-529f-4657-8d55-45902eba7996" providerId="ADAL" clId="{DF972581-40C8-416F-9C07-DE72890D4E0A}" dt="2025-09-02T10:15:28.082" v="177" actId="164"/>
          <ac:spMkLst>
            <pc:docMk/>
            <pc:sldMk cId="354852717" sldId="268"/>
            <ac:spMk id="4" creationId="{A4B4C0DF-0D93-7F38-8E53-0CDB33D7AF19}"/>
          </ac:spMkLst>
        </pc:spChg>
        <pc:grpChg chg="add del mod">
          <ac:chgData name="Tomohiro Mayumi (眞弓 友宏)" userId="fb13db2d-529f-4657-8d55-45902eba7996" providerId="ADAL" clId="{DF972581-40C8-416F-9C07-DE72890D4E0A}" dt="2025-09-02T10:31:42.705" v="255" actId="21"/>
          <ac:grpSpMkLst>
            <pc:docMk/>
            <pc:sldMk cId="354852717" sldId="268"/>
            <ac:grpSpMk id="6" creationId="{DF13E7E6-C785-2830-EFAD-D417325B49B9}"/>
          </ac:grpSpMkLst>
        </pc:grpChg>
        <pc:grpChg chg="add del mod">
          <ac:chgData name="Tomohiro Mayumi (眞弓 友宏)" userId="fb13db2d-529f-4657-8d55-45902eba7996" providerId="ADAL" clId="{DF972581-40C8-416F-9C07-DE72890D4E0A}" dt="2025-09-02T10:31:42.705" v="255" actId="21"/>
          <ac:grpSpMkLst>
            <pc:docMk/>
            <pc:sldMk cId="354852717" sldId="268"/>
            <ac:grpSpMk id="8" creationId="{363FB3EA-AB6C-DC01-F71D-AC8D7C9F06FD}"/>
          </ac:grpSpMkLst>
        </pc:grpChg>
        <pc:picChg chg="add mod modCrop">
          <ac:chgData name="Tomohiro Mayumi (眞弓 友宏)" userId="fb13db2d-529f-4657-8d55-45902eba7996" providerId="ADAL" clId="{DF972581-40C8-416F-9C07-DE72890D4E0A}" dt="2025-09-02T10:15:28.082" v="177" actId="164"/>
          <ac:picMkLst>
            <pc:docMk/>
            <pc:sldMk cId="354852717" sldId="268"/>
            <ac:picMk id="2" creationId="{37EA4110-7D2C-E39E-1811-ACC227AFEB85}"/>
          </ac:picMkLst>
        </pc:picChg>
        <pc:picChg chg="add mod modCrop">
          <ac:chgData name="Tomohiro Mayumi (眞弓 友宏)" userId="fb13db2d-529f-4657-8d55-45902eba7996" providerId="ADAL" clId="{DF972581-40C8-416F-9C07-DE72890D4E0A}" dt="2025-09-02T10:31:29.250" v="251" actId="732"/>
          <ac:picMkLst>
            <pc:docMk/>
            <pc:sldMk cId="354852717" sldId="268"/>
            <ac:picMk id="5" creationId="{8D582B17-A6C4-3BD4-94C2-043111267C84}"/>
          </ac:picMkLst>
        </pc:picChg>
        <pc:picChg chg="add del mod">
          <ac:chgData name="Tomohiro Mayumi (眞弓 友宏)" userId="fb13db2d-529f-4657-8d55-45902eba7996" providerId="ADAL" clId="{DF972581-40C8-416F-9C07-DE72890D4E0A}" dt="2025-09-02T09:48:17.132" v="15" actId="21"/>
          <ac:picMkLst>
            <pc:docMk/>
            <pc:sldMk cId="354852717" sldId="268"/>
            <ac:picMk id="7" creationId="{37EA4110-7D2C-E39E-1811-ACC227AFEB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E7AEC9-1047-44F5-1465-514583CA9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F4E5E5-5EC1-12ED-C788-DE3C858DD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6A287F-6BD8-AEE5-347E-7528A05F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ED4BC6-98B0-3A17-3532-CA6FD97D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32EEF7-9589-5F1F-20A7-F6982AA6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71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09EBA4-3C70-A001-8883-144EA726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702C88-AC41-E04B-1892-F6E6FFE9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169314-D447-C85A-408C-9D05F8BC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2ABAC8-D1A9-9136-239C-264DE2EA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F9F99F-83B4-5894-48B2-C38E24CD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16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52BFA-423E-48CF-6FAE-64D1FA67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8F7980-6E04-3FD7-D5BC-D94D359E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598D28-4F8A-AAA9-EECD-47CA6AB7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9A88EA-6C97-F139-32A1-48E68F92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288DF-0CE4-A27F-BBB8-54C4488A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47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4F45B-BE2A-BDB1-BB57-04EE067F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B9A489-6923-6076-27BE-BB84D3E98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0986EB-EC3B-0CE0-CF7A-EA127C79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751E77-8B20-8531-D558-7488B4168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BE1E80-7363-893B-5C46-81879C0EF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F7DD4C-F92C-5914-554D-B54D4E07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55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D6040-C688-DC3B-01DE-55639D55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F70838-5C89-BA24-3955-87B0DA5C6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611A3C-A920-7879-F842-E85CFAA66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47BB97-8811-3C27-561F-E95F8A28D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5CDA30-320B-3C3F-7B82-F2C437DF7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59D918D-2C35-4A03-2204-3FF90F739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C58FA1-C68D-700E-D6BF-74D68385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7F5724-58A9-92F3-A2BA-8D96F594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94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C2DB7D-230E-C8B6-532F-A18B49A5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E84B9C-513E-B532-E740-00A03DCF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CAB211-F1B4-2ED8-58E3-25DA1765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5742E6-A7A2-5DA4-C572-78A147B5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59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07F3EE-6379-6C88-9CAE-94D37AB5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2733F9-075E-1B0D-B5DB-58318605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1AC53A-0D9D-016D-106E-AD00387F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98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01288-21C7-495A-0602-D509E89C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F657EC-D85E-6B0D-D7C1-B99703F6C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28F856-62A5-3F7D-7A6F-93E6EAC9F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4B32FB-3610-BC83-25F0-1AD43738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9A6961-AB7D-DD0F-3EE6-DBFD81D8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E3BF35-21B6-B93E-138B-588AA43F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62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28A2E1-2FCA-A0B8-84A0-9139996D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A42DD7D-5008-3C19-E0CA-7F69F9DB7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C55C51-C774-5C05-2D98-B82937A57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FB01E-2C33-90DF-4A32-C3293DA5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469FEA-5B77-0348-1490-699916C4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2829BC-D78F-251E-6478-02FF923A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11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A4CD8E-55AB-A111-696A-94B38504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105C5B-612E-FC17-C785-4DBFAB9CF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6526B9-333C-86A8-FAEC-00E0FC1B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345CF8-9062-1731-D25A-123CD6B4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84B59-B6BB-A230-1221-749F8122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55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F26679-6F50-4C62-5E53-73131CF95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0B3900-6C33-F514-10EF-10B91518B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D20E58-32C9-6BE8-7716-BDD6C853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CC06FD-A890-0602-85C2-694D217E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6AF76E-C9F7-306A-9723-0B4A23F3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464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ED97D7-F173-284A-3F03-049663F2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8B18F8-3F3F-0DC8-EA50-FED57545C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80269D-5191-A459-2B75-CA559B848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07A2A-A00C-446F-A6A4-83906C93C05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80DDAB-AE90-8EBB-8322-FAB7CE835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20D4F6-9565-0BC7-4C03-D165A84F1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58981-6BEF-4B9A-9228-FFDF67251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58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2991EAE-434C-D93C-9679-64D4283E7E5F}"/>
              </a:ext>
            </a:extLst>
          </p:cNvPr>
          <p:cNvGrpSpPr/>
          <p:nvPr/>
        </p:nvGrpSpPr>
        <p:grpSpPr>
          <a:xfrm>
            <a:off x="2958589" y="1461155"/>
            <a:ext cx="6020342" cy="3727549"/>
            <a:chOff x="824393" y="139749"/>
            <a:chExt cx="8154538" cy="5048955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8F910163-C5CD-9E44-7DFA-ADE3351BF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393" y="139749"/>
              <a:ext cx="8154538" cy="5048955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4EE9A96-9279-1FCF-A3A2-B31E0E13883C}"/>
                </a:ext>
              </a:extLst>
            </p:cNvPr>
            <p:cNvSpPr/>
            <p:nvPr/>
          </p:nvSpPr>
          <p:spPr>
            <a:xfrm>
              <a:off x="6185647" y="1739153"/>
              <a:ext cx="869577" cy="34066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554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E5327C4-1B6A-A40F-92D4-B71545FB15FE}"/>
              </a:ext>
            </a:extLst>
          </p:cNvPr>
          <p:cNvGrpSpPr/>
          <p:nvPr/>
        </p:nvGrpSpPr>
        <p:grpSpPr>
          <a:xfrm>
            <a:off x="3244658" y="1031976"/>
            <a:ext cx="3085683" cy="4013488"/>
            <a:chOff x="402292" y="487355"/>
            <a:chExt cx="3686176" cy="479453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B043051-0426-29C7-F28E-B9174369A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65" r="7256" b="12925"/>
            <a:stretch/>
          </p:blipFill>
          <p:spPr>
            <a:xfrm>
              <a:off x="402292" y="487355"/>
              <a:ext cx="3686176" cy="4794538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DD2406B-52E7-5978-0660-15178918BB7B}"/>
                </a:ext>
              </a:extLst>
            </p:cNvPr>
            <p:cNvSpPr/>
            <p:nvPr/>
          </p:nvSpPr>
          <p:spPr>
            <a:xfrm>
              <a:off x="1390613" y="4378657"/>
              <a:ext cx="1682525" cy="55156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1" name="図 10" descr="コンピューターのスクリーンショッ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AD53198-EDC7-A360-38AB-BD424A618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r="8149" b="7229"/>
          <a:stretch/>
        </p:blipFill>
        <p:spPr>
          <a:xfrm>
            <a:off x="98856" y="999540"/>
            <a:ext cx="3085682" cy="4252688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F13E7E6-C785-2830-EFAD-D417325B49B9}"/>
              </a:ext>
            </a:extLst>
          </p:cNvPr>
          <p:cNvGrpSpPr/>
          <p:nvPr/>
        </p:nvGrpSpPr>
        <p:grpSpPr>
          <a:xfrm>
            <a:off x="6406731" y="1022736"/>
            <a:ext cx="3112651" cy="4153292"/>
            <a:chOff x="952500" y="618733"/>
            <a:chExt cx="3590926" cy="4791467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8D582B17-A6C4-3BD4-94C2-043111267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65" r="5096" b="8882"/>
            <a:stretch/>
          </p:blipFill>
          <p:spPr>
            <a:xfrm>
              <a:off x="952500" y="618733"/>
              <a:ext cx="3590926" cy="4791467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73FE3B1-DB53-6E8F-9229-5CCC37CB99EE}"/>
                </a:ext>
              </a:extLst>
            </p:cNvPr>
            <p:cNvSpPr/>
            <p:nvPr/>
          </p:nvSpPr>
          <p:spPr>
            <a:xfrm>
              <a:off x="1578872" y="2513998"/>
              <a:ext cx="1182258" cy="3726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63FB3EA-AB6C-DC01-F71D-AC8D7C9F06FD}"/>
              </a:ext>
            </a:extLst>
          </p:cNvPr>
          <p:cNvGrpSpPr/>
          <p:nvPr/>
        </p:nvGrpSpPr>
        <p:grpSpPr>
          <a:xfrm>
            <a:off x="9589190" y="1030538"/>
            <a:ext cx="3112651" cy="4091126"/>
            <a:chOff x="6257925" y="690451"/>
            <a:chExt cx="3590926" cy="4719749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37EA4110-7D2C-E39E-1811-ACC227AFE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659" t="-1" r="6822" b="16028"/>
            <a:stretch/>
          </p:blipFill>
          <p:spPr>
            <a:xfrm>
              <a:off x="6257925" y="690451"/>
              <a:ext cx="3590926" cy="4719749"/>
            </a:xfrm>
            <a:prstGeom prst="rect">
              <a:avLst/>
            </a:prstGeom>
          </p:spPr>
        </p:pic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4B4C0DF-0D93-7F38-8E53-0CDB33D7AF19}"/>
                </a:ext>
              </a:extLst>
            </p:cNvPr>
            <p:cNvSpPr/>
            <p:nvPr/>
          </p:nvSpPr>
          <p:spPr>
            <a:xfrm>
              <a:off x="6868049" y="2666398"/>
              <a:ext cx="1182258" cy="3726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037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57058D7-8E36-F116-25B6-C4BE1B318362}"/>
              </a:ext>
            </a:extLst>
          </p:cNvPr>
          <p:cNvGrpSpPr/>
          <p:nvPr/>
        </p:nvGrpSpPr>
        <p:grpSpPr>
          <a:xfrm>
            <a:off x="299763" y="929884"/>
            <a:ext cx="3791458" cy="2568867"/>
            <a:chOff x="678347" y="328990"/>
            <a:chExt cx="7592485" cy="514421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9480D5F9-8203-DB59-BDAD-4EA9288A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347" y="328990"/>
              <a:ext cx="7592485" cy="5144218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A931A67-9065-EFE1-7ADD-35408CB57CBF}"/>
                </a:ext>
              </a:extLst>
            </p:cNvPr>
            <p:cNvSpPr/>
            <p:nvPr/>
          </p:nvSpPr>
          <p:spPr>
            <a:xfrm>
              <a:off x="7395883" y="5118846"/>
              <a:ext cx="779930" cy="3543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5794B8E-842D-6AAA-F817-2D2F48AE357E}"/>
              </a:ext>
            </a:extLst>
          </p:cNvPr>
          <p:cNvGrpSpPr/>
          <p:nvPr/>
        </p:nvGrpSpPr>
        <p:grpSpPr>
          <a:xfrm>
            <a:off x="4200271" y="931609"/>
            <a:ext cx="3791458" cy="2589872"/>
            <a:chOff x="2047382" y="1020240"/>
            <a:chExt cx="7544853" cy="515374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212B8774-6712-FACA-B67F-02817010A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7382" y="1020240"/>
              <a:ext cx="7544853" cy="5153744"/>
            </a:xfrm>
            <a:prstGeom prst="rect">
              <a:avLst/>
            </a:prstGeom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FD05173-75E3-9457-9B48-02428F67CAEA}"/>
                </a:ext>
              </a:extLst>
            </p:cNvPr>
            <p:cNvSpPr/>
            <p:nvPr/>
          </p:nvSpPr>
          <p:spPr>
            <a:xfrm>
              <a:off x="8713695" y="5782234"/>
              <a:ext cx="779930" cy="3543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4093D9A-5F4A-CA8D-87FE-1260EAFE7208}"/>
              </a:ext>
            </a:extLst>
          </p:cNvPr>
          <p:cNvGrpSpPr/>
          <p:nvPr/>
        </p:nvGrpSpPr>
        <p:grpSpPr>
          <a:xfrm>
            <a:off x="8100779" y="931609"/>
            <a:ext cx="3860684" cy="2617727"/>
            <a:chOff x="2309284" y="875943"/>
            <a:chExt cx="7573432" cy="5135147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CFE2710B-1B46-031F-D2D5-FBA6EEDFB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9284" y="875943"/>
              <a:ext cx="7573432" cy="5106113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D5ABF07-E264-15BD-FB4D-801F0CBA4468}"/>
                </a:ext>
              </a:extLst>
            </p:cNvPr>
            <p:cNvSpPr/>
            <p:nvPr/>
          </p:nvSpPr>
          <p:spPr>
            <a:xfrm>
              <a:off x="9009530" y="5656728"/>
              <a:ext cx="779930" cy="3543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002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81DF18E-72A6-B044-93CA-6F502193A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62" y="1697161"/>
            <a:ext cx="7831582" cy="489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9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A2E8D57-059F-A9EE-6277-3789B12F99B7}"/>
              </a:ext>
            </a:extLst>
          </p:cNvPr>
          <p:cNvGrpSpPr/>
          <p:nvPr/>
        </p:nvGrpSpPr>
        <p:grpSpPr>
          <a:xfrm>
            <a:off x="2686639" y="1387407"/>
            <a:ext cx="7335544" cy="4336696"/>
            <a:chOff x="689808" y="232916"/>
            <a:chExt cx="10812384" cy="639216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814E5A8-6FBC-DECD-FC80-EF6CC3063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808" y="232916"/>
              <a:ext cx="10812384" cy="6392167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AE3E336-D10C-9F41-AB2D-4D87C2DF836F}"/>
                </a:ext>
              </a:extLst>
            </p:cNvPr>
            <p:cNvSpPr/>
            <p:nvPr/>
          </p:nvSpPr>
          <p:spPr>
            <a:xfrm>
              <a:off x="10139081" y="286869"/>
              <a:ext cx="385957" cy="3496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45B7622-B160-3D75-D38B-7433C1EE64F7}"/>
                </a:ext>
              </a:extLst>
            </p:cNvPr>
            <p:cNvSpPr/>
            <p:nvPr/>
          </p:nvSpPr>
          <p:spPr>
            <a:xfrm>
              <a:off x="9552128" y="1246093"/>
              <a:ext cx="1950063" cy="3543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254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8AEC39BC-8070-6667-C40B-9A2F64E45503}"/>
              </a:ext>
            </a:extLst>
          </p:cNvPr>
          <p:cNvGrpSpPr/>
          <p:nvPr/>
        </p:nvGrpSpPr>
        <p:grpSpPr>
          <a:xfrm>
            <a:off x="3723588" y="1914844"/>
            <a:ext cx="7230839" cy="4614976"/>
            <a:chOff x="1237572" y="328180"/>
            <a:chExt cx="9716856" cy="620164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07BB7B1A-E958-CB6A-154C-85C040CAD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7572" y="328180"/>
              <a:ext cx="9716856" cy="6201640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9CA0AFD-46F6-4708-9C50-84460A51B289}"/>
                </a:ext>
              </a:extLst>
            </p:cNvPr>
            <p:cNvSpPr/>
            <p:nvPr/>
          </p:nvSpPr>
          <p:spPr>
            <a:xfrm>
              <a:off x="5127812" y="1299881"/>
              <a:ext cx="2725270" cy="3543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0826EFB-691D-B44C-C08B-BA1DC23543F2}"/>
                </a:ext>
              </a:extLst>
            </p:cNvPr>
            <p:cNvSpPr txBox="1"/>
            <p:nvPr/>
          </p:nvSpPr>
          <p:spPr>
            <a:xfrm>
              <a:off x="5127812" y="1027522"/>
              <a:ext cx="3337897" cy="15452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" tIns="3600" rIns="3600" bIns="3600" rtlCol="0">
              <a:spAutoFit/>
            </a:bodyPr>
            <a:lstStyle/>
            <a:p>
              <a:r>
                <a:rPr kumimoji="1" lang="en-US" altLang="ja-JP" sz="700" dirty="0">
                  <a:solidFill>
                    <a:srgbClr val="FF0000"/>
                  </a:solidFill>
                </a:rPr>
                <a:t>Zoom</a:t>
              </a:r>
              <a:r>
                <a:rPr kumimoji="1" lang="ja-JP" altLang="en-US" sz="700" dirty="0">
                  <a:solidFill>
                    <a:srgbClr val="FF0000"/>
                  </a:solidFill>
                </a:rPr>
                <a:t>チャットで連絡します。チームごとに異なるので注意。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76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09796B9-E2D1-D42A-A7F9-E9B3E4D1E21F}"/>
              </a:ext>
            </a:extLst>
          </p:cNvPr>
          <p:cNvGrpSpPr/>
          <p:nvPr/>
        </p:nvGrpSpPr>
        <p:grpSpPr>
          <a:xfrm>
            <a:off x="3154683" y="894087"/>
            <a:ext cx="6809449" cy="4202961"/>
            <a:chOff x="3154683" y="894087"/>
            <a:chExt cx="6809449" cy="420296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6882D006-BEDD-0422-89F2-B30E99D0D302}"/>
                </a:ext>
              </a:extLst>
            </p:cNvPr>
            <p:cNvGrpSpPr/>
            <p:nvPr/>
          </p:nvGrpSpPr>
          <p:grpSpPr>
            <a:xfrm>
              <a:off x="3154683" y="894087"/>
              <a:ext cx="6809449" cy="4202961"/>
              <a:chOff x="1118493" y="356759"/>
              <a:chExt cx="9955014" cy="6144482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A12AA3A2-381F-0282-9054-81D1D7EEF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18493" y="356759"/>
                <a:ext cx="9955014" cy="6144482"/>
              </a:xfrm>
              <a:prstGeom prst="rect">
                <a:avLst/>
              </a:prstGeom>
            </p:spPr>
          </p:pic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E9F223AD-FF8B-7B20-9F48-14B99B5581CC}"/>
                  </a:ext>
                </a:extLst>
              </p:cNvPr>
              <p:cNvSpPr/>
              <p:nvPr/>
            </p:nvSpPr>
            <p:spPr>
              <a:xfrm>
                <a:off x="3182471" y="1111622"/>
                <a:ext cx="3541058" cy="231737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566074A-7439-794B-B379-1C987F9FFBBC}"/>
                </a:ext>
              </a:extLst>
            </p:cNvPr>
            <p:cNvSpPr/>
            <p:nvPr/>
          </p:nvSpPr>
          <p:spPr>
            <a:xfrm>
              <a:off x="5041899" y="2708275"/>
              <a:ext cx="1822451" cy="9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71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033A6EA-05F3-4A5A-4027-EABB1D5F320F}"/>
              </a:ext>
            </a:extLst>
          </p:cNvPr>
          <p:cNvGrpSpPr/>
          <p:nvPr/>
        </p:nvGrpSpPr>
        <p:grpSpPr>
          <a:xfrm>
            <a:off x="2906867" y="718752"/>
            <a:ext cx="7028415" cy="3824673"/>
            <a:chOff x="1027992" y="671127"/>
            <a:chExt cx="10136015" cy="551574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695A908-6CC0-5001-4EFD-448060BAF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7992" y="671127"/>
              <a:ext cx="10136015" cy="5515745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427FB07-E397-D102-EDC4-2ED577A1F95F}"/>
                </a:ext>
              </a:extLst>
            </p:cNvPr>
            <p:cNvSpPr/>
            <p:nvPr/>
          </p:nvSpPr>
          <p:spPr>
            <a:xfrm>
              <a:off x="5190564" y="4061010"/>
              <a:ext cx="2788023" cy="6185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F40257F-10D2-CDF0-9014-2ABF903B086D}"/>
                </a:ext>
              </a:extLst>
            </p:cNvPr>
            <p:cNvSpPr/>
            <p:nvPr/>
          </p:nvSpPr>
          <p:spPr>
            <a:xfrm>
              <a:off x="7126941" y="5038165"/>
              <a:ext cx="851645" cy="304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42B74B3-FF23-4DE6-0A49-E285F6EBBFAB}"/>
                </a:ext>
              </a:extLst>
            </p:cNvPr>
            <p:cNvSpPr/>
            <p:nvPr/>
          </p:nvSpPr>
          <p:spPr>
            <a:xfrm>
              <a:off x="4584699" y="3632200"/>
              <a:ext cx="3263901" cy="120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6608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01F73FC-22A8-9CBC-0763-7D712D9EB51F}"/>
              </a:ext>
            </a:extLst>
          </p:cNvPr>
          <p:cNvGrpSpPr/>
          <p:nvPr/>
        </p:nvGrpSpPr>
        <p:grpSpPr>
          <a:xfrm>
            <a:off x="3381375" y="628300"/>
            <a:ext cx="6649049" cy="3877383"/>
            <a:chOff x="3381375" y="628300"/>
            <a:chExt cx="6649049" cy="3877383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C9A30F5-9938-72F9-EFA9-724AEC72D80B}"/>
                </a:ext>
              </a:extLst>
            </p:cNvPr>
            <p:cNvGrpSpPr/>
            <p:nvPr/>
          </p:nvGrpSpPr>
          <p:grpSpPr>
            <a:xfrm>
              <a:off x="3381375" y="628300"/>
              <a:ext cx="6649049" cy="3877383"/>
              <a:chOff x="1799625" y="923575"/>
              <a:chExt cx="8592749" cy="5010849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0C5D7713-709A-D0A8-9B24-8831E62293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99625" y="923575"/>
                <a:ext cx="8592749" cy="5010849"/>
              </a:xfrm>
              <a:prstGeom prst="rect">
                <a:avLst/>
              </a:prstGeom>
            </p:spPr>
          </p:pic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1B10F90C-425E-6FDD-6D7A-C99B3193483B}"/>
                  </a:ext>
                </a:extLst>
              </p:cNvPr>
              <p:cNvSpPr/>
              <p:nvPr/>
            </p:nvSpPr>
            <p:spPr>
              <a:xfrm>
                <a:off x="7879977" y="4401669"/>
                <a:ext cx="779930" cy="29583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FCC4773-E400-6FBA-3551-D45EBD69DDBB}"/>
                </a:ext>
              </a:extLst>
            </p:cNvPr>
            <p:cNvSpPr/>
            <p:nvPr/>
          </p:nvSpPr>
          <p:spPr>
            <a:xfrm>
              <a:off x="5693798" y="2629115"/>
              <a:ext cx="2529452" cy="83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093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737BB4D-C904-EBC7-415D-B203F4E807F2}"/>
              </a:ext>
            </a:extLst>
          </p:cNvPr>
          <p:cNvGrpSpPr/>
          <p:nvPr/>
        </p:nvGrpSpPr>
        <p:grpSpPr>
          <a:xfrm>
            <a:off x="2190751" y="2086034"/>
            <a:ext cx="7943850" cy="2685932"/>
            <a:chOff x="2190751" y="2086034"/>
            <a:chExt cx="7943850" cy="2685932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D0802498-EC18-4EAE-2BF4-044E1D4F55AC}"/>
                </a:ext>
              </a:extLst>
            </p:cNvPr>
            <p:cNvGrpSpPr/>
            <p:nvPr/>
          </p:nvGrpSpPr>
          <p:grpSpPr>
            <a:xfrm>
              <a:off x="2190751" y="2086034"/>
              <a:ext cx="7943850" cy="2685932"/>
              <a:chOff x="1825100" y="2232212"/>
              <a:chExt cx="10366900" cy="3505200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133E02D8-A30E-C572-DDD4-363A09B36C00}"/>
                  </a:ext>
                </a:extLst>
              </p:cNvPr>
              <p:cNvGrpSpPr/>
              <p:nvPr/>
            </p:nvGrpSpPr>
            <p:grpSpPr>
              <a:xfrm>
                <a:off x="6587216" y="2232212"/>
                <a:ext cx="5604784" cy="3505200"/>
                <a:chOff x="613058" y="-1"/>
                <a:chExt cx="10965883" cy="6858001"/>
              </a:xfrm>
            </p:grpSpPr>
            <p:pic>
              <p:nvPicPr>
                <p:cNvPr id="3" name="図 2">
                  <a:extLst>
                    <a:ext uri="{FF2B5EF4-FFF2-40B4-BE49-F238E27FC236}">
                      <a16:creationId xmlns:a16="http://schemas.microsoft.com/office/drawing/2014/main" id="{227BB1D9-A39E-58B5-0EEE-D3B0AD6746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13059" y="0"/>
                  <a:ext cx="10965882" cy="6858000"/>
                </a:xfrm>
                <a:prstGeom prst="rect">
                  <a:avLst/>
                </a:prstGeom>
              </p:spPr>
            </p:pic>
            <p:sp>
              <p:nvSpPr>
                <p:cNvPr id="4" name="正方形/長方形 3">
                  <a:extLst>
                    <a:ext uri="{FF2B5EF4-FFF2-40B4-BE49-F238E27FC236}">
                      <a16:creationId xmlns:a16="http://schemas.microsoft.com/office/drawing/2014/main" id="{C706066F-215B-7D62-CE4F-E4DF4719158A}"/>
                    </a:ext>
                  </a:extLst>
                </p:cNvPr>
                <p:cNvSpPr/>
                <p:nvPr/>
              </p:nvSpPr>
              <p:spPr>
                <a:xfrm>
                  <a:off x="613058" y="-1"/>
                  <a:ext cx="2434941" cy="1586753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DC0B5B96-A349-B667-4BDF-0A95E1FA4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77795" b="74297"/>
              <a:stretch/>
            </p:blipFill>
            <p:spPr>
              <a:xfrm>
                <a:off x="1910943" y="2879909"/>
                <a:ext cx="3947199" cy="2857503"/>
              </a:xfrm>
              <a:prstGeom prst="rect">
                <a:avLst/>
              </a:prstGeom>
            </p:spPr>
          </p:pic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86A3C70B-28EF-4E67-545D-2784E1048523}"/>
                  </a:ext>
                </a:extLst>
              </p:cNvPr>
              <p:cNvSpPr/>
              <p:nvPr/>
            </p:nvSpPr>
            <p:spPr>
              <a:xfrm>
                <a:off x="1825100" y="3157249"/>
                <a:ext cx="480881" cy="4696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2AC558AA-35C2-91A7-7023-38D211C5594B}"/>
                  </a:ext>
                </a:extLst>
              </p:cNvPr>
              <p:cNvCxnSpPr/>
              <p:nvPr/>
            </p:nvCxnSpPr>
            <p:spPr>
              <a:xfrm flipH="1">
                <a:off x="1910943" y="2232212"/>
                <a:ext cx="4676273" cy="64769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357F0522-7933-DFE2-8C6E-CFCAA46FA4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8142" y="3037960"/>
                <a:ext cx="1973599" cy="269945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E465E91F-44C3-ECCD-88B7-BF0463E64C1A}"/>
                </a:ext>
              </a:extLst>
            </p:cNvPr>
            <p:cNvSpPr/>
            <p:nvPr/>
          </p:nvSpPr>
          <p:spPr>
            <a:xfrm>
              <a:off x="7327106" y="2171700"/>
              <a:ext cx="1254919" cy="64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496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</Words>
  <Application>Microsoft Office PowerPoint</Application>
  <PresentationFormat>ワイド画面</PresentationFormat>
  <Paragraphs>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Tomohiro Mayumi (眞弓 友宏)</dc:creator>
  <cp:lastModifiedBy>Tomohiro Mayumi (眞弓 友宏)</cp:lastModifiedBy>
  <cp:revision>1</cp:revision>
  <dcterms:created xsi:type="dcterms:W3CDTF">2025-09-02T08:52:28Z</dcterms:created>
  <dcterms:modified xsi:type="dcterms:W3CDTF">2025-09-02T10:45:29Z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436f77-ff2d-412b-8c2e-192c8edbc7a5_Enabled">
    <vt:lpwstr>true</vt:lpwstr>
  </property>
  <property fmtid="{D5CDD505-2E9C-101B-9397-08002B2CF9AE}" pid="3" name="MSIP_Label_00436f77-ff2d-412b-8c2e-192c8edbc7a5_SetDate">
    <vt:lpwstr>2025-09-02T09:48:00Z</vt:lpwstr>
  </property>
  <property fmtid="{D5CDD505-2E9C-101B-9397-08002B2CF9AE}" pid="4" name="MSIP_Label_00436f77-ff2d-412b-8c2e-192c8edbc7a5_Method">
    <vt:lpwstr>Privileged</vt:lpwstr>
  </property>
  <property fmtid="{D5CDD505-2E9C-101B-9397-08002B2CF9AE}" pid="5" name="MSIP_Label_00436f77-ff2d-412b-8c2e-192c8edbc7a5_Name">
    <vt:lpwstr>G_MIP_Public_Exception</vt:lpwstr>
  </property>
  <property fmtid="{D5CDD505-2E9C-101B-9397-08002B2CF9AE}" pid="6" name="MSIP_Label_00436f77-ff2d-412b-8c2e-192c8edbc7a5_SiteId">
    <vt:lpwstr>69405920-b673-4f7c-8845-e124e9d08af2</vt:lpwstr>
  </property>
  <property fmtid="{D5CDD505-2E9C-101B-9397-08002B2CF9AE}" pid="7" name="MSIP_Label_00436f77-ff2d-412b-8c2e-192c8edbc7a5_ActionId">
    <vt:lpwstr>9243e54d-1735-4529-913a-2f5ac5eb5108</vt:lpwstr>
  </property>
  <property fmtid="{D5CDD505-2E9C-101B-9397-08002B2CF9AE}" pid="8" name="MSIP_Label_00436f77-ff2d-412b-8c2e-192c8edbc7a5_ContentBits">
    <vt:lpwstr>0</vt:lpwstr>
  </property>
</Properties>
</file>